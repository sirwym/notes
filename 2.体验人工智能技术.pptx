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nineclaw-pptx-build2/slides/glow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649" y="190500"/>
            <a:ext cx="1015901" cy="1015901"/>
          </a:xfrm>
          <a:prstGeom prst="rect">
            <a:avLst/>
          </a:prstGeom>
        </p:spPr>
      </p:pic>
      <p:pic>
        <p:nvPicPr>
          <p:cNvPr id="5" name="Image 1" descr="/tmp/nineclaw-pptx-build2/slides/glow-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1" y="4064050"/>
            <a:ext cx="762000" cy="762000"/>
          </a:xfrm>
          <a:prstGeom prst="rect">
            <a:avLst/>
          </a:prstGeom>
        </p:spPr>
      </p:pic>
      <p:pic>
        <p:nvPicPr>
          <p:cNvPr id="6" name="Image 2" descr="/tmp/nineclaw-pptx-build2/slides/icon-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700" y="1227237"/>
            <a:ext cx="698450" cy="698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338983" y="2052637"/>
            <a:ext cx="4465886" cy="1863477"/>
          </a:xfrm>
          <a:prstGeom prst="roundRect">
            <a:avLst>
              <a:gd name="adj" fmla="val 1226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006743" y="2408188"/>
            <a:ext cx="31303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体验人工智能技术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3006743" y="3043089"/>
            <a:ext cx="3130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第二课 · 从概念到实操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3006743" y="3360539"/>
            <a:ext cx="3130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AI启蒙课堂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10495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温故知新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1994148"/>
            <a:ext cx="4064050" cy="1761530"/>
          </a:xfrm>
          <a:prstGeom prst="roundRect">
            <a:avLst>
              <a:gd name="adj" fmla="val 865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171849"/>
            <a:ext cx="36789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上节课我们认识了：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521000"/>
            <a:ext cx="3606850" cy="7554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会听话的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智能音箱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会认路的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扫地机器人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懂你喜好的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短视频推荐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377952"/>
            <a:ext cx="36789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它们都有"眼睛""耳朵"和"大脑"</a:t>
            </a:r>
            <a:endParaRPr lang="en-US" sz="1100" dirty="0"/>
          </a:p>
        </p:txBody>
      </p:sp>
      <p:pic>
        <p:nvPicPr>
          <p:cNvPr id="8" name="Image 0" descr="/tmp/nineclaw-pptx-build2/slides/icon-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941165"/>
            <a:ext cx="507950" cy="5079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98950" y="2550616"/>
            <a:ext cx="4064050" cy="1258044"/>
          </a:xfrm>
          <a:prstGeom prst="roundRect">
            <a:avLst>
              <a:gd name="adj" fmla="val 12114"/>
            </a:avLst>
          </a:prstGeom>
          <a:solidFill>
            <a:srgbClr val="00E5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22763" y="2550616"/>
            <a:ext cx="0" cy="1258044"/>
          </a:xfrm>
          <a:prstGeom prst="line">
            <a:avLst/>
          </a:prstGeom>
          <a:noFill/>
          <a:ln w="47625">
            <a:solidFill>
              <a:srgbClr val="00E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75175" y="2728317"/>
            <a:ext cx="36304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新问题：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75175" y="3052167"/>
            <a:ext cx="363040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 AI 朋友到底掌握了什么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神奇的技术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75175" y="3366939"/>
            <a:ext cx="363040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我们能不能亲自</a:t>
            </a:r>
            <a:pPr algn="l" indent="0" marL="0">
              <a:lnSpc>
                <a:spcPts val="208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</a:t>
            </a:r>
            <a:pPr algn="l" indent="0" marL="0">
              <a:lnSpc>
                <a:spcPts val="208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一下？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技术全景图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7180" y="1436787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人类的每一种感官，AI 都有对应的技术来实现！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855738"/>
            <a:ext cx="2692450" cy="1165175"/>
          </a:xfrm>
          <a:prstGeom prst="roundRect">
            <a:avLst>
              <a:gd name="adj" fmla="val 1308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879550"/>
            <a:ext cx="2692450" cy="0"/>
          </a:xfrm>
          <a:prstGeom prst="line">
            <a:avLst/>
          </a:prstGeom>
          <a:noFill/>
          <a:ln w="47625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9375" y="205576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351" y="2093863"/>
            <a:ext cx="85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人类：眼睛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5330" y="2436763"/>
            <a:ext cx="23837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AI：计算机视觉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5330" y="2687538"/>
            <a:ext cx="23837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看图、识人、认物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25850" y="1855738"/>
            <a:ext cx="2692301" cy="1165175"/>
          </a:xfrm>
          <a:prstGeom prst="roundRect">
            <a:avLst>
              <a:gd name="adj" fmla="val 1308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25850" y="1879550"/>
            <a:ext cx="2692301" cy="0"/>
          </a:xfrm>
          <a:prstGeom prst="line">
            <a:avLst/>
          </a:prstGeom>
          <a:noFill/>
          <a:ln w="47625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4075" y="205576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08052" y="2093863"/>
            <a:ext cx="85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人类：耳朵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0181" y="2436763"/>
            <a:ext cx="23836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AI：语音识别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0181" y="2687538"/>
            <a:ext cx="23836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听懂你说的话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70550" y="1855738"/>
            <a:ext cx="2692450" cy="1165175"/>
          </a:xfrm>
          <a:prstGeom prst="roundRect">
            <a:avLst>
              <a:gd name="adj" fmla="val 1308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0550" y="1879550"/>
            <a:ext cx="2692450" cy="0"/>
          </a:xfrm>
          <a:prstGeom prst="line">
            <a:avLst/>
          </a:prstGeom>
          <a:noFill/>
          <a:ln w="47625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8925" y="205576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52901" y="2093863"/>
            <a:ext cx="85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人类：嘴巴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24881" y="2436763"/>
            <a:ext cx="23837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AI：语音合成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4881" y="2687538"/>
            <a:ext cx="23837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模仿人说话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000" y="3147864"/>
            <a:ext cx="2692450" cy="1165175"/>
          </a:xfrm>
          <a:prstGeom prst="roundRect">
            <a:avLst>
              <a:gd name="adj" fmla="val 1308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81000" y="3171676"/>
            <a:ext cx="2692450" cy="0"/>
          </a:xfrm>
          <a:prstGeom prst="line">
            <a:avLst/>
          </a:prstGeom>
          <a:noFill/>
          <a:ln w="47625">
            <a:solidFill>
              <a:srgbClr val="AA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9375" y="3347889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351" y="3385989"/>
            <a:ext cx="85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人类：大脑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5330" y="3728889"/>
            <a:ext cx="23837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AI：生成式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5330" y="3979664"/>
            <a:ext cx="23837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创作、写作、绘画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25850" y="3147864"/>
            <a:ext cx="2692301" cy="1165175"/>
          </a:xfrm>
          <a:prstGeom prst="roundRect">
            <a:avLst>
              <a:gd name="adj" fmla="val 1308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25850" y="3171676"/>
            <a:ext cx="2692301" cy="0"/>
          </a:xfrm>
          <a:prstGeom prst="line">
            <a:avLst/>
          </a:prstGeom>
          <a:noFill/>
          <a:ln w="47625">
            <a:solidFill>
              <a:srgbClr val="FF6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84075" y="3347889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308052" y="3385989"/>
            <a:ext cx="85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人类：双手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0181" y="3728889"/>
            <a:ext cx="23836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AI：机器人控制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0181" y="3979664"/>
            <a:ext cx="23836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自动驾驶、机械臂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70550" y="3147864"/>
            <a:ext cx="2692450" cy="1165175"/>
          </a:xfrm>
          <a:prstGeom prst="roundRect">
            <a:avLst>
              <a:gd name="adj" fmla="val 13080"/>
            </a:avLst>
          </a:prstGeom>
          <a:solidFill>
            <a:srgbClr val="448A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70550" y="3171676"/>
            <a:ext cx="2692450" cy="0"/>
          </a:xfrm>
          <a:prstGeom prst="line">
            <a:avLst/>
          </a:prstGeom>
          <a:noFill/>
          <a:ln w="47625">
            <a:solidFill>
              <a:srgbClr val="448AFF"/>
            </a:solidFill>
            <a:prstDash val="solid"/>
          </a:ln>
        </p:spPr>
      </p:sp>
      <p:pic>
        <p:nvPicPr>
          <p:cNvPr id="37" name="Image 0" descr="/tmp/nineclaw-pptx-build2/slides/icon-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849" y="3347889"/>
            <a:ext cx="279350" cy="27935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263972" y="3373189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今天体验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224881" y="3703439"/>
            <a:ext cx="23837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 / 语音 / 生成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224881" y="3954214"/>
            <a:ext cx="23837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三大核心技术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451"/>
          </a:xfrm>
          <a:prstGeom prst="rect">
            <a:avLst/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nineclaw-pptx-build2/slides/icon-eye-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69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501" y="128439"/>
            <a:ext cx="32004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技术体验一：AI 的"千里眼"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28195" y="166539"/>
            <a:ext cx="966192" cy="276225"/>
          </a:xfrm>
          <a:prstGeom prst="roundRect">
            <a:avLst>
              <a:gd name="adj" fmla="val 55172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55145" y="204639"/>
            <a:ext cx="7265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计算机视觉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3237" y="1812875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00E5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nineclaw-pptx-build2/slides/icon-eye-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388" y="2016026"/>
            <a:ext cx="1143000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5152" y="3489127"/>
            <a:ext cx="9237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计算机视觉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633091" y="3787527"/>
            <a:ext cx="1050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68825" y="1464022"/>
            <a:ext cx="468605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让机器像人一样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"看懂"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图片和视频中的内容：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68825" y="1829544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346525" y="198507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4977" y="1931045"/>
            <a:ext cx="22999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图像识别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认出图片里是什么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68825" y="2343596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346525" y="249912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4977" y="2445097"/>
            <a:ext cx="2141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人脸识别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分辨不同的人脸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68825" y="2857649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346525" y="301317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574977" y="2959150"/>
            <a:ext cx="2962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文字识别（OCR）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读懂图片里的文字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168825" y="3371701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346525" y="352722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574977" y="3473202"/>
            <a:ext cx="26171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物体检测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找到画面中的各种物体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168825" y="3885754"/>
            <a:ext cx="4594175" cy="403027"/>
          </a:xfrm>
          <a:prstGeom prst="roundRect">
            <a:avLst>
              <a:gd name="adj" fmla="val 25209"/>
            </a:avLst>
          </a:prstGeom>
          <a:solidFill>
            <a:srgbClr val="00E5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321225" y="3987254"/>
            <a:ext cx="43751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就像给机器装上了一双"超级眼睛"！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236208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千里眼应用：刷脸支付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3604" y="1884313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nineclaw-pptx-build2/slides/icon-face-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55" y="2087463"/>
            <a:ext cx="1143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890" y="3560564"/>
            <a:ext cx="11880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人脸识别支付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29559" y="1644997"/>
            <a:ext cx="452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去超市买东西，不用掏手机，不用带钱包——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29559" y="1975098"/>
            <a:ext cx="4433441" cy="1587103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53371" y="1975098"/>
            <a:ext cx="0" cy="1587103"/>
          </a:xfrm>
          <a:prstGeom prst="line">
            <a:avLst/>
          </a:prstGeom>
          <a:noFill/>
          <a:ln w="47625">
            <a:solidFill>
              <a:srgbClr val="00E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80334" y="2152799"/>
            <a:ext cx="4059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它是怎么工作的？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80334" y="2432149"/>
            <a:ext cx="3979515" cy="9523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摄像头拍下你的脸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提取脸上的关键特征点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和系统中你的信息对比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匹配成功，自动扣款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29559" y="3663702"/>
            <a:ext cx="4433441" cy="403027"/>
          </a:xfrm>
          <a:prstGeom prst="roundRect">
            <a:avLst>
              <a:gd name="adj" fmla="val 2520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81959" y="3765203"/>
            <a:ext cx="4211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体验提示：让爸爸妈妈带你去超市试试刷脸支付！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283449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千里眼应用：相册自动分类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3604" y="1884313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nineclaw-pptx-build2/slides/icon-photo-s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55" y="2087463"/>
            <a:ext cx="1143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39962" y="3560564"/>
            <a:ext cx="792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智能相册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29559" y="1644997"/>
            <a:ext cx="452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手机相册里的几千张照片，AI 能自动帮你整理：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29559" y="1975098"/>
            <a:ext cx="4433441" cy="1587103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53371" y="1975098"/>
            <a:ext cx="0" cy="1587103"/>
          </a:xfrm>
          <a:prstGeom prst="line">
            <a:avLst/>
          </a:prstGeom>
          <a:noFill/>
          <a:ln w="47625">
            <a:solidFill>
              <a:srgbClr val="00E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80334" y="2152799"/>
            <a:ext cx="4059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能识别什么？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80334" y="2432149"/>
            <a:ext cx="3979515" cy="9523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</a:t>
            </a:r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 —— 自动找同一人的照片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</a:t>
            </a:r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地点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 —— 识别是哪里拍的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</a:t>
            </a:r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 —— "猫""美食""风景"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</a:t>
            </a:r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 —— "去年今天"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29559" y="3663702"/>
            <a:ext cx="4433441" cy="403027"/>
          </a:xfrm>
          <a:prstGeom prst="roundRect">
            <a:avLst>
              <a:gd name="adj" fmla="val 2520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81959" y="3765203"/>
            <a:ext cx="4211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试试看：打开手机相册搜索"猫"，看 AI 找得准不准！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236147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千里眼还能做什么？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13148" y="758726"/>
            <a:ext cx="2895302" cy="1174552"/>
          </a:xfrm>
          <a:prstGeom prst="roundRect">
            <a:avLst>
              <a:gd name="adj" fmla="val 1297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613148" y="782538"/>
            <a:ext cx="2895302" cy="0"/>
          </a:xfrm>
          <a:prstGeom prst="line">
            <a:avLst/>
          </a:prstGeom>
          <a:noFill/>
          <a:ln w="47625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65450" y="933301"/>
            <a:ext cx="2590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65450" y="1346002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自动驾驶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65450" y="1625352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看清路况，自己开车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5401" y="758726"/>
            <a:ext cx="2895302" cy="1174552"/>
          </a:xfrm>
          <a:prstGeom prst="roundRect">
            <a:avLst>
              <a:gd name="adj" fmla="val 1297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35401" y="782538"/>
            <a:ext cx="2895302" cy="0"/>
          </a:xfrm>
          <a:prstGeom prst="line">
            <a:avLst/>
          </a:prstGeom>
          <a:noFill/>
          <a:ln w="47625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7703" y="933301"/>
            <a:ext cx="2590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87703" y="1346002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医疗影像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7703" y="1625352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帮医生看 X 光片和 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3148" y="2060228"/>
            <a:ext cx="2895302" cy="1174552"/>
          </a:xfrm>
          <a:prstGeom prst="roundRect">
            <a:avLst>
              <a:gd name="adj" fmla="val 1297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613148" y="2084040"/>
            <a:ext cx="2895302" cy="0"/>
          </a:xfrm>
          <a:prstGeom prst="line">
            <a:avLst/>
          </a:prstGeom>
          <a:noFill/>
          <a:ln w="47625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5450" y="2234803"/>
            <a:ext cx="2590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65450" y="2647504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文字识别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65450" y="2926854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拍照就能提取图片中的文字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35401" y="2060228"/>
            <a:ext cx="2895302" cy="1174552"/>
          </a:xfrm>
          <a:prstGeom prst="roundRect">
            <a:avLst>
              <a:gd name="adj" fmla="val 1297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35401" y="2084040"/>
            <a:ext cx="2895302" cy="0"/>
          </a:xfrm>
          <a:prstGeom prst="line">
            <a:avLst/>
          </a:prstGeom>
          <a:noFill/>
          <a:ln w="47625">
            <a:solidFill>
              <a:srgbClr val="AA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7703" y="2234803"/>
            <a:ext cx="2590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87703" y="2647504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安防监控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87703" y="2926854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在人群中找到特定的人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13148" y="3361730"/>
            <a:ext cx="2895302" cy="1174552"/>
          </a:xfrm>
          <a:prstGeom prst="roundRect">
            <a:avLst>
              <a:gd name="adj" fmla="val 1297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613148" y="3385542"/>
            <a:ext cx="2895302" cy="0"/>
          </a:xfrm>
          <a:prstGeom prst="line">
            <a:avLst/>
          </a:prstGeom>
          <a:noFill/>
          <a:ln w="47625">
            <a:solidFill>
              <a:srgbClr val="448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65450" y="3536305"/>
            <a:ext cx="2590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65450" y="3949005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以图搜商品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65450" y="4228356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拍一件衣服，找到同款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35401" y="3361730"/>
            <a:ext cx="2895302" cy="1174552"/>
          </a:xfrm>
          <a:prstGeom prst="roundRect">
            <a:avLst>
              <a:gd name="adj" fmla="val 1297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35401" y="3385542"/>
            <a:ext cx="2895302" cy="0"/>
          </a:xfrm>
          <a:prstGeom prst="line">
            <a:avLst/>
          </a:prstGeom>
          <a:noFill/>
          <a:ln w="47625">
            <a:solidFill>
              <a:srgbClr val="E91E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7703" y="3536305"/>
            <a:ext cx="2590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87703" y="3949005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植物识别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87703" y="4228356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拍照就知道花的名字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451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nineclaw-pptx-build2/slides/icon-ear-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69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501" y="128439"/>
            <a:ext cx="32004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技术体验二：AI 的"顺风耳"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28195" y="166539"/>
            <a:ext cx="823764" cy="276225"/>
          </a:xfrm>
          <a:prstGeom prst="roundRect">
            <a:avLst>
              <a:gd name="adj" fmla="val 55172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55145" y="204639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3237" y="1812875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00E67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nineclaw-pptx-build2/slides/icon-ear-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388" y="2016026"/>
            <a:ext cx="1143000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5640" y="3489127"/>
            <a:ext cx="7389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22958" y="3787527"/>
            <a:ext cx="1274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68825" y="1464022"/>
            <a:ext cx="468605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让机器像人一样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"听懂"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我们说的话：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68825" y="1829544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346525" y="198507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4977" y="1931045"/>
            <a:ext cx="23001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语音转文字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把声音变成文字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68825" y="2343596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346525" y="249912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4977" y="2445097"/>
            <a:ext cx="2141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意图理解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知道你想做什么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68825" y="2857649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346525" y="301317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574977" y="2959150"/>
            <a:ext cx="2141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多语言识别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听懂各国语言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168825" y="3371701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346525" y="352722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AA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574977" y="3473202"/>
            <a:ext cx="2458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噪音处理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吵闹环境中也能听清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168825" y="3885754"/>
            <a:ext cx="4594175" cy="403027"/>
          </a:xfrm>
          <a:prstGeom prst="roundRect">
            <a:avLst>
              <a:gd name="adj" fmla="val 25209"/>
            </a:avLst>
          </a:prstGeom>
          <a:solidFill>
            <a:srgbClr val="00E67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321225" y="3987254"/>
            <a:ext cx="43751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就像给机器装上了一对"超级耳朵"！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25982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顺风耳应用：语音转文字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3604" y="1884313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nineclaw-pptx-build2/slides/icon-text-conv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55" y="2087463"/>
            <a:ext cx="1143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2926" y="3560564"/>
            <a:ext cx="990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语音输入法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29559" y="1644997"/>
            <a:ext cx="452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不用打字，对着手机说话就能输入文字！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29559" y="1975098"/>
            <a:ext cx="4433441" cy="1587103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53371" y="1975098"/>
            <a:ext cx="0" cy="1587103"/>
          </a:xfrm>
          <a:prstGeom prst="line">
            <a:avLst/>
          </a:prstGeom>
          <a:noFill/>
          <a:ln w="47625">
            <a:solidFill>
              <a:srgbClr val="00E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80334" y="2152799"/>
            <a:ext cx="4059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常见的语音输入场景：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80334" y="2432149"/>
            <a:ext cx="3979515" cy="9523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手机输入法——按住麦克风说话即可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智能音箱——语音控制家电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语音助手——Siri、小爱同学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实时字幕——自动生成会议字幕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29559" y="3663702"/>
            <a:ext cx="4433441" cy="403027"/>
          </a:xfrm>
          <a:prstGeom prst="roundRect">
            <a:avLst>
              <a:gd name="adj" fmla="val 2520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81959" y="3765203"/>
            <a:ext cx="4211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体验：打开手机输入法，试试语音输入一段话！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451"/>
          </a:xfrm>
          <a:prstGeom prst="rect">
            <a:avLst/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nineclaw-pptx-build2/slides/icon-mouth-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69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501" y="128439"/>
            <a:ext cx="32004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技术体验三：AI 的"巧嘴巴"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28195" y="166539"/>
            <a:ext cx="823764" cy="276225"/>
          </a:xfrm>
          <a:prstGeom prst="roundRect">
            <a:avLst>
              <a:gd name="adj" fmla="val 55172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55145" y="204639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语音合成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3237" y="1812875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FF6D0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nineclaw-pptx-build2/slides/icon-mouth-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388" y="2016026"/>
            <a:ext cx="1143000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5640" y="3489127"/>
            <a:ext cx="7389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语音合成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686074" y="3787527"/>
            <a:ext cx="942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 Speech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68825" y="1464022"/>
            <a:ext cx="468605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让机器像人一样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"开口说话"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68825" y="1829544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346525" y="198507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4977" y="1931045"/>
            <a:ext cx="26172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文字变声音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输入文字，自动朗读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68825" y="2343596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346525" y="249912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4977" y="2445097"/>
            <a:ext cx="22999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声音克隆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模仿某个人的声音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68825" y="2857649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346525" y="301317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574977" y="2959150"/>
            <a:ext cx="2458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情感表达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带有喜怒哀乐的语气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168825" y="3371701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346525" y="352722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AA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574977" y="3473202"/>
            <a:ext cx="27757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多角色配音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同一篇文章换不同声音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168825" y="3885754"/>
            <a:ext cx="4594175" cy="403027"/>
          </a:xfrm>
          <a:prstGeom prst="roundRect">
            <a:avLst>
              <a:gd name="adj" fmla="val 25209"/>
            </a:avLst>
          </a:prstGeom>
          <a:solidFill>
            <a:srgbClr val="FF6D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321225" y="3987254"/>
            <a:ext cx="43751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就像给机器装上了一张"能说会道的嘴"！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25982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巧嘴巴应用：明星语音包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3604" y="1884313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nineclaw-pptx-build2/slides/icon-star-na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55" y="2087463"/>
            <a:ext cx="1143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2926" y="3560564"/>
            <a:ext cx="990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导航语音包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29559" y="1644997"/>
            <a:ext cx="452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用手机导航时，你可以选择不同的声音来播报路线：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29559" y="1975098"/>
            <a:ext cx="4433441" cy="1587103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53371" y="1975098"/>
            <a:ext cx="0" cy="1587103"/>
          </a:xfrm>
          <a:prstGeom prst="line">
            <a:avLst/>
          </a:prstGeom>
          <a:noFill/>
          <a:ln w="47625">
            <a:solidFill>
              <a:srgbClr val="FF6D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80334" y="2152799"/>
            <a:ext cx="4059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语音合成的妙用：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80334" y="2432149"/>
            <a:ext cx="3979515" cy="9523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明星语音包——听偶像给你指路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有声书——AI 自动朗读小说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新闻播报——AI 主播念新闻</a:t>
            </a:r>
            <a:endParaRPr lang="en-US" sz="11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电话客服——接听电话的可能是 AI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29559" y="3663702"/>
            <a:ext cx="4433441" cy="403027"/>
          </a:xfrm>
          <a:prstGeom prst="roundRect">
            <a:avLst>
              <a:gd name="adj" fmla="val 2520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81959" y="3765203"/>
            <a:ext cx="4211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思考：你听出电话那头是 AI 还是真人了吗？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451"/>
          </a:xfrm>
          <a:prstGeom prst="rect">
            <a:avLst/>
          </a:prstGeom>
          <a:solidFill>
            <a:srgbClr val="AA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nineclaw-pptx-build2/slides/icon-paint-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69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501" y="128439"/>
            <a:ext cx="34628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技术体验四：AI 的"神笔马良"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385370" y="166539"/>
            <a:ext cx="852041" cy="276225"/>
          </a:xfrm>
          <a:prstGeom prst="roundRect">
            <a:avLst>
              <a:gd name="adj" fmla="val 55172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12320" y="204639"/>
            <a:ext cx="6101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生成式 AI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3237" y="1812875"/>
            <a:ext cx="1549301" cy="1549301"/>
          </a:xfrm>
          <a:prstGeom prst="roundRect">
            <a:avLst>
              <a:gd name="adj" fmla="val 59020"/>
            </a:avLst>
          </a:prstGeom>
          <a:solidFill>
            <a:srgbClr val="AA00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nineclaw-pptx-build2/slides/icon-paint-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388" y="2016026"/>
            <a:ext cx="1143000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62720" y="3489127"/>
            <a:ext cx="7858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生成式 AI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724918" y="3787527"/>
            <a:ext cx="8630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68825" y="1464022"/>
            <a:ext cx="468605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不只是模仿，还能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全新的内容：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68825" y="1829544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346525" y="198507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AA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4977" y="1931045"/>
            <a:ext cx="2657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绘画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描述画面，自动生成图画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68825" y="2343596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346525" y="249912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4977" y="2445097"/>
            <a:ext cx="2657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写作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帮你写文章、故事、诗歌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68825" y="2857649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346525" y="301317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574977" y="2959150"/>
            <a:ext cx="21815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作曲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自动创作音乐旋律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168825" y="3371701"/>
            <a:ext cx="4594175" cy="412552"/>
          </a:xfrm>
          <a:prstGeom prst="roundRect">
            <a:avLst>
              <a:gd name="adj" fmla="val 3078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346525" y="352722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574977" y="3473202"/>
            <a:ext cx="20231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帮程序员写代码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168825" y="3885754"/>
            <a:ext cx="4594175" cy="403027"/>
          </a:xfrm>
          <a:prstGeom prst="roundRect">
            <a:avLst>
              <a:gd name="adj" fmla="val 25209"/>
            </a:avLst>
          </a:prstGeom>
          <a:solidFill>
            <a:srgbClr val="AA00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321225" y="3987254"/>
            <a:ext cx="43751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就像给了一支"魔法画笔"，想画什么就画什么！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AA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17152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的创造力展示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58726"/>
            <a:ext cx="4095750" cy="4194274"/>
          </a:xfrm>
          <a:prstGeom prst="roundRect">
            <a:avLst>
              <a:gd name="adj" fmla="val 43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782538"/>
            <a:ext cx="4095750" cy="0"/>
          </a:xfrm>
          <a:prstGeom prst="line">
            <a:avLst/>
          </a:prstGeom>
          <a:noFill/>
          <a:ln w="47625">
            <a:solidFill>
              <a:srgbClr val="AA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984052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8802" y="1022152"/>
            <a:ext cx="9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绘画示例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701" y="1390352"/>
            <a:ext cx="3740348" cy="3384947"/>
          </a:xfrm>
          <a:prstGeom prst="roundRect">
            <a:avLst>
              <a:gd name="adj" fmla="val 30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tmp/nineclaw-pptx-build2/slides/icon-ai-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2457301"/>
            <a:ext cx="762000" cy="76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48" y="3295501"/>
            <a:ext cx="33945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输入描述："一只戴着宇航员头盔的小猫，在月球上弹吉他"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91026" y="3527227"/>
            <a:ext cx="1875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就能生成一幅独一无二的画！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67250" y="758726"/>
            <a:ext cx="4095750" cy="4194274"/>
          </a:xfrm>
          <a:prstGeom prst="roundRect">
            <a:avLst>
              <a:gd name="adj" fmla="val 43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67250" y="782538"/>
            <a:ext cx="4095750" cy="0"/>
          </a:xfrm>
          <a:prstGeom prst="line">
            <a:avLst/>
          </a:prstGeom>
          <a:noFill/>
          <a:ln w="47625">
            <a:solidFill>
              <a:srgbClr val="FF6D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4951" y="984052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75052" y="1022152"/>
            <a:ext cx="9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写作示例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4951" y="1390352"/>
            <a:ext cx="3740348" cy="3384947"/>
          </a:xfrm>
          <a:prstGeom prst="roundRect">
            <a:avLst>
              <a:gd name="adj" fmla="val 30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24297" y="2406997"/>
            <a:ext cx="19815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输入：请写一首关于春天的儿童诗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18763" y="2689473"/>
            <a:ext cx="792724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春风轻轻吹，</a:t>
            </a:r>
            <a:endParaRPr lang="en-US" sz="1000" dirty="0"/>
          </a:p>
          <a:p>
            <a:pPr algn="ctr" indent="0" marL="0">
              <a:lnSpc>
                <a:spcPts val="16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小花微微笑。</a:t>
            </a:r>
            <a:endParaRPr lang="en-US" sz="1000" dirty="0"/>
          </a:p>
          <a:p>
            <a:pPr algn="ctr" indent="0" marL="0">
              <a:lnSpc>
                <a:spcPts val="16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蝴蝶翩翩飞，</a:t>
            </a:r>
            <a:endParaRPr lang="en-US" sz="1000" dirty="0"/>
          </a:p>
          <a:p>
            <a:pPr algn="ctr" indent="0" marL="0">
              <a:lnSpc>
                <a:spcPts val="16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春天真美好！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75382" y="3577679"/>
            <a:ext cx="14793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几秒钟就能创作出来！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nineclaw-pptx-build2/slides/icon-v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0763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50" y="126950"/>
            <a:ext cx="26239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实操互动：看谁认得快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68213" y="1938486"/>
            <a:ext cx="1396901" cy="1060252"/>
          </a:xfrm>
          <a:prstGeom prst="roundRect">
            <a:avLst>
              <a:gd name="adj" fmla="val 1197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tmp/nineclaw-pptx-build2/slides/icon-hum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14" y="2065437"/>
            <a:ext cx="507950" cy="507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3734" y="2662238"/>
            <a:ext cx="1165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pic>
        <p:nvPicPr>
          <p:cNvPr id="8" name="Image 2" descr="/tmp/nineclaw-pptx-build2/slides/icon-v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514" y="2278112"/>
            <a:ext cx="381000" cy="381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50914" y="1957536"/>
            <a:ext cx="1396901" cy="1022152"/>
          </a:xfrm>
          <a:prstGeom prst="roundRect">
            <a:avLst>
              <a:gd name="adj" fmla="val 1242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3" descr="/tmp/nineclaw-pptx-build2/slides/icon-robot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315" y="2084487"/>
            <a:ext cx="507950" cy="507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6434" y="2681288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239143" y="3125688"/>
            <a:ext cx="1937593" cy="685651"/>
          </a:xfrm>
          <a:prstGeom prst="roundRect">
            <a:avLst>
              <a:gd name="adj" fmla="val 18522"/>
            </a:avLst>
          </a:prstGeom>
          <a:solidFill>
            <a:srgbClr val="FF6D0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349256" y="3252639"/>
            <a:ext cx="1717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人机大比拼！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1349256" y="3503414"/>
            <a:ext cx="1717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看谁能更快认出图片里的东西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289078" y="1312069"/>
            <a:ext cx="46282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活动规则：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289078" y="1718370"/>
            <a:ext cx="4537472" cy="482352"/>
          </a:xfrm>
          <a:prstGeom prst="roundRect">
            <a:avLst>
              <a:gd name="adj" fmla="val 263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4466779" y="181987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563963" y="1873746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873079" y="1859459"/>
            <a:ext cx="27604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老师展示一张图片（动物、植物、建筑等）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289078" y="2302222"/>
            <a:ext cx="4537472" cy="482352"/>
          </a:xfrm>
          <a:prstGeom prst="roundRect">
            <a:avLst>
              <a:gd name="adj" fmla="val 263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466779" y="240372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563963" y="2457599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73079" y="2443311"/>
            <a:ext cx="20340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同学们举手抢答，说出图片内容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89078" y="2886075"/>
            <a:ext cx="4537472" cy="482352"/>
          </a:xfrm>
          <a:prstGeom prst="roundRect">
            <a:avLst>
              <a:gd name="adj" fmla="val 263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466779" y="298757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563963" y="304145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73079" y="3027164"/>
            <a:ext cx="19570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同时用 AI 识图小程序扫描识别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289078" y="3469928"/>
            <a:ext cx="4537472" cy="482352"/>
          </a:xfrm>
          <a:prstGeom prst="roundRect">
            <a:avLst>
              <a:gd name="adj" fmla="val 263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466779" y="357142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563963" y="362530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873079" y="3611017"/>
            <a:ext cx="14529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比较谁更快、谁更准确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289078" y="4053780"/>
            <a:ext cx="4537472" cy="383977"/>
          </a:xfrm>
          <a:prstGeom prst="roundRect">
            <a:avLst>
              <a:gd name="adj" fmla="val 2646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441478" y="4155281"/>
            <a:ext cx="4317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提示：可以用手机自带的"扫一扫"或识图功能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8226"/>
          </a:xfrm>
          <a:prstGeom prst="rect">
            <a:avLst/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3306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讨论：你觉得谁会赢？为什么？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159073"/>
            <a:ext cx="8382000" cy="1495127"/>
          </a:xfrm>
          <a:prstGeom prst="roundRect">
            <a:avLst>
              <a:gd name="adj" fmla="val 1189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362224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想一想，说一说：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717774"/>
            <a:ext cx="2523083" cy="733276"/>
          </a:xfrm>
          <a:prstGeom prst="roundRect">
            <a:avLst>
              <a:gd name="adj" fmla="val 17319"/>
            </a:avLst>
          </a:prstGeom>
          <a:solidFill>
            <a:srgbClr val="F5F5F5"/>
          </a:solidFill>
          <a:ln w="19050">
            <a:solidFill>
              <a:srgbClr val="BDBDB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4549" y="1863775"/>
            <a:ext cx="22237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的优势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4549" y="2124075"/>
            <a:ext cx="22237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速度？准确率？知识量？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10384" y="1717774"/>
            <a:ext cx="2523232" cy="733276"/>
          </a:xfrm>
          <a:prstGeom prst="roundRect">
            <a:avLst>
              <a:gd name="adj" fmla="val 17319"/>
            </a:avLst>
          </a:prstGeom>
          <a:solidFill>
            <a:srgbClr val="F5F5F5"/>
          </a:solidFill>
          <a:ln w="19050">
            <a:solidFill>
              <a:srgbClr val="BDBDB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0031" y="1863775"/>
            <a:ext cx="22239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人的优势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0031" y="2124075"/>
            <a:ext cx="22239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创造力？情感？直觉？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6016" y="1717774"/>
            <a:ext cx="2523083" cy="733276"/>
          </a:xfrm>
          <a:prstGeom prst="roundRect">
            <a:avLst>
              <a:gd name="adj" fmla="val 17319"/>
            </a:avLst>
          </a:prstGeom>
          <a:solidFill>
            <a:srgbClr val="F5F5F5"/>
          </a:solidFill>
          <a:ln w="19050">
            <a:solidFill>
              <a:srgbClr val="BDBDB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35664" y="1863775"/>
            <a:ext cx="22237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最好的方案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5664" y="2124075"/>
            <a:ext cx="22237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人和 AI 合作？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000" y="2781151"/>
            <a:ext cx="8382000" cy="1444377"/>
          </a:xfrm>
          <a:prstGeom prst="roundRect">
            <a:avLst>
              <a:gd name="adj" fmla="val 1231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29843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记录比分：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901" y="3289102"/>
            <a:ext cx="3860899" cy="733276"/>
          </a:xfrm>
          <a:prstGeom prst="roundRect">
            <a:avLst>
              <a:gd name="adj" fmla="val 17319"/>
            </a:avLst>
          </a:prstGeom>
          <a:solidFill>
            <a:srgbClr val="E0F7FA"/>
          </a:solidFill>
          <a:ln w="19050">
            <a:solidFill>
              <a:srgbClr val="00E5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1171" y="3435102"/>
            <a:ext cx="35883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你认对了 ____ 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1171" y="3695402"/>
            <a:ext cx="35883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平均用时 ____ 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8200" y="3289102"/>
            <a:ext cx="3860899" cy="733276"/>
          </a:xfrm>
          <a:prstGeom prst="roundRect">
            <a:avLst>
              <a:gd name="adj" fmla="val 17319"/>
            </a:avLst>
          </a:prstGeom>
          <a:solidFill>
            <a:srgbClr val="FFF3E0"/>
          </a:solidFill>
          <a:ln w="19050">
            <a:solidFill>
              <a:srgbClr val="FF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4470" y="3435102"/>
            <a:ext cx="35883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认对了 ____ 个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4470" y="3695402"/>
            <a:ext cx="35883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平均用时 ____ 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180" y="4352479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很强大，但人类的创造力和情感是独一无二的！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448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10495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课堂总结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32359" y="994321"/>
            <a:ext cx="8679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的各项技术 = 给机器装上了人类的感官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8350" y="1324421"/>
            <a:ext cx="2717750" cy="1425178"/>
          </a:xfrm>
          <a:prstGeom prst="roundRect">
            <a:avLst>
              <a:gd name="adj" fmla="val 891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8350" y="1343471"/>
            <a:ext cx="271775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pic>
        <p:nvPicPr>
          <p:cNvPr id="7" name="Image 0" descr="/tmp/nineclaw-pptx-build2/slides/icon-eye-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89472"/>
            <a:ext cx="406301" cy="4063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9272" y="1946523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千里眼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96974" y="2181374"/>
            <a:ext cx="6605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计算机视觉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79630" y="2413099"/>
            <a:ext cx="895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→ 看懂世界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13050" y="1324421"/>
            <a:ext cx="2717750" cy="1425178"/>
          </a:xfrm>
          <a:prstGeom prst="roundRect">
            <a:avLst>
              <a:gd name="adj" fmla="val 891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13050" y="1343471"/>
            <a:ext cx="2717750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pic>
        <p:nvPicPr>
          <p:cNvPr id="13" name="Image 1" descr="/tmp/nineclaw-pptx-build2/slides/icon-ear-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701" y="1489472"/>
            <a:ext cx="406301" cy="4063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33973" y="1946523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顺风耳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307710" y="2181374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124331" y="2413099"/>
            <a:ext cx="895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 → 听懂话语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057751" y="1324421"/>
            <a:ext cx="2717750" cy="1425178"/>
          </a:xfrm>
          <a:prstGeom prst="roundRect">
            <a:avLst>
              <a:gd name="adj" fmla="val 891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057751" y="1343471"/>
            <a:ext cx="2717750" cy="0"/>
          </a:xfrm>
          <a:prstGeom prst="line">
            <a:avLst/>
          </a:prstGeom>
          <a:noFill/>
          <a:ln w="38100">
            <a:solidFill>
              <a:srgbClr val="FF6D00"/>
            </a:solidFill>
            <a:prstDash val="solid"/>
          </a:ln>
        </p:spPr>
      </p:sp>
      <p:pic>
        <p:nvPicPr>
          <p:cNvPr id="19" name="Image 2" descr="/tmp/nineclaw-pptx-build2/slides/icon-mouth-te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402" y="1489472"/>
            <a:ext cx="406301" cy="40630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674" y="1946523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巧嘴巴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152410" y="2181374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语音合成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969032" y="2413099"/>
            <a:ext cx="895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👄 → 开口说话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213050" y="2851100"/>
            <a:ext cx="2717750" cy="1425178"/>
          </a:xfrm>
          <a:prstGeom prst="roundRect">
            <a:avLst>
              <a:gd name="adj" fmla="val 891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3213050" y="2870150"/>
            <a:ext cx="2717750" cy="0"/>
          </a:xfrm>
          <a:prstGeom prst="line">
            <a:avLst/>
          </a:prstGeom>
          <a:noFill/>
          <a:ln w="38100">
            <a:solidFill>
              <a:srgbClr val="AA00FF"/>
            </a:solidFill>
            <a:prstDash val="solid"/>
          </a:ln>
        </p:spPr>
      </p:sp>
      <p:pic>
        <p:nvPicPr>
          <p:cNvPr id="25" name="Image 3" descr="/tmp/nineclaw-pptx-build2/slides/icon-paint-te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701" y="3016151"/>
            <a:ext cx="406301" cy="40630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54731" y="3473202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神笔马良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294504" y="3708053"/>
            <a:ext cx="5546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生成式 AI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124331" y="3939778"/>
            <a:ext cx="895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→ 创造内容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659559" y="4377779"/>
            <a:ext cx="3824734" cy="377726"/>
          </a:xfrm>
          <a:prstGeom prst="roundRect">
            <a:avLst>
              <a:gd name="adj" fmla="val 26898"/>
            </a:avLst>
          </a:prstGeom>
          <a:solidFill>
            <a:srgbClr val="448A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2828525" y="4466630"/>
            <a:ext cx="34868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技术让机器越来越聪明，但人类的智慧才是最珍贵的！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F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nineclaw-pptx-build2/slides/icon-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50" y="708422"/>
            <a:ext cx="634901" cy="63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9405" y="1444823"/>
            <a:ext cx="5805190" cy="2564904"/>
          </a:xfrm>
          <a:prstGeom prst="roundRect">
            <a:avLst>
              <a:gd name="adj" fmla="val 8913"/>
            </a:avLst>
          </a:prstGeom>
          <a:solidFill>
            <a:srgbClr val="FFFFFF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129463" y="1724174"/>
            <a:ext cx="48850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课后探索任务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29463" y="2203549"/>
            <a:ext cx="488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回家后，找一找你身边还有哪些 AI 技术，记录下来！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77355" y="2584549"/>
            <a:ext cx="1494830" cy="1145828"/>
          </a:xfrm>
          <a:prstGeom prst="roundRect">
            <a:avLst>
              <a:gd name="adj" fmla="val 886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91897" y="2686050"/>
            <a:ext cx="1265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291897" y="3041600"/>
            <a:ext cx="1265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试试手机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91897" y="3266926"/>
            <a:ext cx="126574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用识图功能识别3种物品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24585" y="2584549"/>
            <a:ext cx="1494830" cy="1145828"/>
          </a:xfrm>
          <a:prstGeom prst="roundRect">
            <a:avLst>
              <a:gd name="adj" fmla="val 886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39126" y="2686050"/>
            <a:ext cx="1265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39126" y="3041600"/>
            <a:ext cx="1265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试试语音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39126" y="3266926"/>
            <a:ext cx="12657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用语音输入写一段话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71815" y="2584549"/>
            <a:ext cx="1494830" cy="1145828"/>
          </a:xfrm>
          <a:prstGeom prst="roundRect">
            <a:avLst>
              <a:gd name="adj" fmla="val 886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586356" y="2686050"/>
            <a:ext cx="1265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86356" y="3041600"/>
            <a:ext cx="1265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找找 AI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86356" y="3266926"/>
            <a:ext cx="12657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发现生活中隐藏的 AI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94621" y="4187428"/>
            <a:ext cx="2401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感谢聆听，我们下节课再见！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体验人工智能技术</dc:title>
  <dc:subject>PptxGenJS Presentation</dc:subject>
  <dc:creator>NineClaw</dc:creator>
  <cp:lastModifiedBy>NineClaw</cp:lastModifiedBy>
  <cp:revision>1</cp:revision>
  <dcterms:created xsi:type="dcterms:W3CDTF">2026-05-12T05:26:20Z</dcterms:created>
  <dcterms:modified xsi:type="dcterms:W3CDTF">2026-05-12T05:26:20Z</dcterms:modified>
</cp:coreProperties>
</file>